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Empirical Evaluation of Adversarial Robustness in Vision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Research Paper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Table 1. SUMMARY OFFOUNDATIONALADVERSARIALMACHINELEARNINGRESEARCH(CORE10)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1. 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rapid growth of deep learning vision systems has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revolutionized fields from medical imaging to autonomous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navigation [11]. However, as these models are integrated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into safety-critical applications, their inherent vulnerabili-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Key Research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Empirical Evaluation of Adversarial Robustness in Vision Models Table 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Benchmarking adversarial robustness is essential for en-</a:t>
            </a:r>
            <a:br/>
            <a:r>
              <a:t>suring the safety of healthcare vision systems, surveillance</a:t>
            </a:r>
            <a:br/>
            <a:r>
              <a:t>infrastructure, and autonomous vehicles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paper provides</a:t>
            </a:r>
            <a:br/>
            <a:r>
              <a:t>an empirical comparative study of seven representative ad-</a:t>
            </a:r>
            <a:br/>
            <a:r>
              <a:t>versarial attacks to highlight the gap between theoretical</a:t>
            </a:r>
            <a:br/>
            <a:r>
              <a:t>“clean” accuracy and real-world robustness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explore the</a:t>
            </a:r>
            <a:br/>
            <a:r>
              <a:t>“robustness curve” of vision models, analyzing how perfor-</a:t>
            </a:r>
            <a:br/>
            <a:r>
              <a:t>mance decays as a function of the adversary’s perturbation</a:t>
            </a:r>
            <a:br/>
            <a:r>
              <a:t>budget (ϵ), and compare diverse threat models to deliver a and accurate method to fool deep neural networks,” inCVPR, 2016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conclusion, robustness must be treated as a primary References</a:t>
            </a:r>
            <a:br/>
            <a:r>
              <a:t>[1]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and accurate method to fool deep neural networks,” inCVPR, 2016.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https://arxiv.org/abs/1511.04599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[5] N. Papernot, P. McDaniel, S. Jha, M. Fredrikson, Z. B. Celik, and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A. Swami, “The limitations of deep learning in adversarial settings,”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inEuroS&amp;P, 2016. https://arxiv.org/abs/1511.07528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Results &amp;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ness evaluation essential for safe and reliable real-world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conclusion, robustness must be treated as a primary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